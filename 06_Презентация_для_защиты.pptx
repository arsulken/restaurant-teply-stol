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97db8e484b41b8" /><Relationship Type="http://schemas.openxmlformats.org/officeDocument/2006/relationships/extended-properties" Target="/docProps/app.xml" Id="Rd34ca3ef6e294c04" /><Relationship Type="http://schemas.openxmlformats.org/officeDocument/2006/relationships/officeDocument" Target="/ppt/presentation.xml" Id="R30af360bac6a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53922bc63471c"/>
  </p:sldMasterIdLst>
  <p:notesMasterIdLst>
    <p:notesMasterId xmlns:r="http://schemas.openxmlformats.org/officeDocument/2006/relationships" r:id="R67192611353c4a4c"/>
  </p:notesMasterIdLst>
  <p:sldIdLst>
    <p:sldId xmlns:r="http://schemas.openxmlformats.org/officeDocument/2006/relationships" id="256" r:id="R40b06b4c9c3b4ba7"/>
    <p:sldId xmlns:r="http://schemas.openxmlformats.org/officeDocument/2006/relationships" id="257" r:id="Rab7e53d4d73349c2"/>
    <p:sldId xmlns:r="http://schemas.openxmlformats.org/officeDocument/2006/relationships" id="258" r:id="R6a6671d09a884b7f"/>
    <p:sldId xmlns:r="http://schemas.openxmlformats.org/officeDocument/2006/relationships" id="259" r:id="R02dd23bdf944460a"/>
    <p:sldId xmlns:r="http://schemas.openxmlformats.org/officeDocument/2006/relationships" id="260" r:id="R1aa18920b9714b6b"/>
    <p:sldId xmlns:r="http://schemas.openxmlformats.org/officeDocument/2006/relationships" id="261" r:id="R99a4eb580e5e4073"/>
    <p:sldId xmlns:r="http://schemas.openxmlformats.org/officeDocument/2006/relationships" id="262" r:id="Rb12240c82bd44b1f"/>
    <p:sldId xmlns:r="http://schemas.openxmlformats.org/officeDocument/2006/relationships" id="263" r:id="Rdb5e56289e8442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affe3645f94402" /><Relationship Type="http://schemas.openxmlformats.org/officeDocument/2006/relationships/slideMaster" Target="/ppt/slideMasters/slideMaster1.xml" Id="R81453922bc63471c" /><Relationship Type="http://schemas.openxmlformats.org/officeDocument/2006/relationships/notesMaster" Target="/ppt/notesMasters/notesMaster1.xml" Id="R67192611353c4a4c" /><Relationship Type="http://schemas.openxmlformats.org/officeDocument/2006/relationships/presProps" Target="/ppt/presProps.xml" Id="Refdbc567986448c5" /><Relationship Type="http://schemas.openxmlformats.org/officeDocument/2006/relationships/tableStyles" Target="/ppt/tableStyles.xml" Id="R8615ad5664584d0a" /><Relationship Type="http://schemas.openxmlformats.org/officeDocument/2006/relationships/slide" Target="/ppt/slides/slide1.xml" Id="R40b06b4c9c3b4ba7" /><Relationship Type="http://schemas.openxmlformats.org/officeDocument/2006/relationships/slide" Target="/ppt/slides/slide2.xml" Id="Rab7e53d4d73349c2" /><Relationship Type="http://schemas.openxmlformats.org/officeDocument/2006/relationships/slide" Target="/ppt/slides/slide3.xml" Id="R6a6671d09a884b7f" /><Relationship Type="http://schemas.openxmlformats.org/officeDocument/2006/relationships/slide" Target="/ppt/slides/slide4.xml" Id="R02dd23bdf944460a" /><Relationship Type="http://schemas.openxmlformats.org/officeDocument/2006/relationships/slide" Target="/ppt/slides/slide5.xml" Id="R1aa18920b9714b6b" /><Relationship Type="http://schemas.openxmlformats.org/officeDocument/2006/relationships/slide" Target="/ppt/slides/slide6.xml" Id="R99a4eb580e5e4073" /><Relationship Type="http://schemas.openxmlformats.org/officeDocument/2006/relationships/slide" Target="/ppt/slides/slide7.xml" Id="Rb12240c82bd44b1f" /><Relationship Type="http://schemas.openxmlformats.org/officeDocument/2006/relationships/slide" Target="/ppt/slides/slide8.xml" Id="Rdb5e56289e8442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b7e47f99e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45c77179b4dc3" /><Relationship Type="http://schemas.openxmlformats.org/officeDocument/2006/relationships/notesMaster" Target="/ppt/notesMasters/notesMaster1.xml" Id="Rb4968544fecc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4de8d50b554bbc" /><Relationship Type="http://schemas.openxmlformats.org/officeDocument/2006/relationships/notesMaster" Target="/ppt/notesMasters/notesMaster1.xml" Id="Rf2109b19d6d246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b81cda6c70470d" /><Relationship Type="http://schemas.openxmlformats.org/officeDocument/2006/relationships/notesMaster" Target="/ppt/notesMasters/notesMaster1.xml" Id="R4e5e2e5c7e58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5139f6d8ce4623" /><Relationship Type="http://schemas.openxmlformats.org/officeDocument/2006/relationships/notesMaster" Target="/ppt/notesMasters/notesMaster1.xml" Id="R867f077c87d1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343ccc74e4d39" /><Relationship Type="http://schemas.openxmlformats.org/officeDocument/2006/relationships/notesMaster" Target="/ppt/notesMasters/notesMaster1.xml" Id="R097422fb9f43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18275abfd94fcb" /><Relationship Type="http://schemas.openxmlformats.org/officeDocument/2006/relationships/notesMaster" Target="/ppt/notesMasters/notesMaster1.xml" Id="R0fe1f382513c4c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fffe0e07c4773" /><Relationship Type="http://schemas.openxmlformats.org/officeDocument/2006/relationships/notesMaster" Target="/ppt/notesMasters/notesMaster1.xml" Id="R29375c492b7f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4e5270a25a48d9" /><Relationship Type="http://schemas.openxmlformats.org/officeDocument/2006/relationships/notesMaster" Target="/ppt/notesMasters/notesMaster1.xml" Id="R92dfebe773d2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Тимлид представляет тему, цель и общий результат. Реальный ресторан не заявлен, данные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Аналитик объясняет наследование прав. Гость не формирует корзину. Отмена клиентом разрешена только для нового собственного заказа. Основание: файл задания Вводное занитие СПО-2.docx.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Фронтенд разработчик показывает рабочий экран, затем выполняет поиск. Снимок из локального приложения. Фронтенд использует HTML/CSS/JavaScript и Fetch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корзину, оформление и личные заказы. Корзина не резервирует порции. Учебная оплата при получении.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Бэкенд разработчик объясняет users, sessions, dishes, cart_items, orders, order_items. Схема находится в backend/schema.sql. Сравнение инструментов: https://flask.palletsprojects.com/en/stable/testing/ и https://sqlite.org/whentouse.html.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результатов: docs/test-results.txt и docs/browser-results.json, 23 сентября 2026 года. Это технические проверки, а не отзывы реальных участников.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Тимлид завершает выступление и демонстрирует локальную доску задач. Проект опубликован в закрытом репозитории https://github.com/arsulken/restaurant-teply-stol. Загрузка в СДО ещё предстоит.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a9c174029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6e6f424b54adf" /><Relationship Type="http://schemas.openxmlformats.org/officeDocument/2006/relationships/slideLayout" Target="/ppt/slideLayouts/slideLayout1.xml" Id="R5a48dbec717f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8dbec717f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07b866d44619" /><Relationship Type="http://schemas.openxmlformats.org/officeDocument/2006/relationships/notesSlide" Target="/ppt/notesSlides/notesSlide1.xml" Id="R8e622fc0e2e0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eba96581d4027" /><Relationship Type="http://schemas.openxmlformats.org/officeDocument/2006/relationships/notesSlide" Target="/ppt/notesSlides/notesSlide2.xml" Id="R723fc0a6c0a9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cd9ba80a2437b" /><Relationship Type="http://schemas.openxmlformats.org/officeDocument/2006/relationships/notesSlide" Target="/ppt/notesSlides/notesSlide3.xml" Id="Rb7fcf06d38b7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cf800703e4f56" /><Relationship Type="http://schemas.openxmlformats.org/officeDocument/2006/relationships/image" Target="/ppt/media/image.png" Id="R84721b344f61404d" /><Relationship Type="http://schemas.openxmlformats.org/officeDocument/2006/relationships/notesSlide" Target="/ppt/notesSlides/notesSlide4.xml" Id="Ra483f35f70384b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c76cf2bb4f29" /><Relationship Type="http://schemas.openxmlformats.org/officeDocument/2006/relationships/image" Target="/ppt/media/image2.png" Id="Rca808ee668134b37" /><Relationship Type="http://schemas.openxmlformats.org/officeDocument/2006/relationships/notesSlide" Target="/ppt/notesSlides/notesSlide5.xml" Id="R1c55ae32a329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946110a9466f" /><Relationship Type="http://schemas.openxmlformats.org/officeDocument/2006/relationships/notesSlide" Target="/ppt/notesSlides/notesSlide6.xml" Id="Rd6511dd82c104e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c871296924957" /><Relationship Type="http://schemas.openxmlformats.org/officeDocument/2006/relationships/notesSlide" Target="/ppt/notesSlides/notesSlide7.xml" Id="Ra8c0c3f16f3c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9dbe09f1f4c43" /><Relationship Type="http://schemas.openxmlformats.org/officeDocument/2006/relationships/notesSlide" Target="/ppt/notesSlides/notesSlide8.xml" Id="R36dc5d43b4d8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5A8C8-115E-4B4B-9D57-577F314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Ресторан Тёплый стол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BC311-7E20-4E2D-8223-7B3524B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7D655-0623-4718-BC54-6823EAE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Система заказов на самовывоз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B63A3-E419-410F-8A52-96133375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Учебный проект с отдельными фронтендом и REST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B30EF-4770-4B09-9A44-2C40949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Команда из четырёх человек</a:t>
            </a:r>
          </a:p>
          <a:p xmlns:a="http://schemas.openxmlformats.org/drawingml/2006/main">
            <a:pPr>
              <a:defRPr sz="195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Практическая работа 1</a:t>
            </a:r>
          </a:p>
        </p:txBody>
      </p:sp>
    </p:spTree>
    <p:extLst>
      <p:ext uri="{BB962C8B-B14F-4D97-AF65-F5344CB8AC3E}">
        <p14:creationId xmlns:p14="http://schemas.microsoft.com/office/powerpoint/2010/main" val="1903047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33030-F369-49D7-8E15-68DF7F12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Команда и зоны ответственности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89E0C-D8EA-4648-A70E-BA2F4F0F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FA6D8-3973-4AA5-BCBD-E0651C4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Васильев Арсенинй Виталиевич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C9F27-B421-4EE5-9462-6AB2AE6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Тимлид: план, общий отчёт и защита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28789-E0AB-4BEE-AE0E-176E7BCD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Ковалишин Александр Александрович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42DEF-4D7F-461F-A30A-C58FBD0D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Аналитик: требования и диаграммы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67724-8D53-4147-978F-F7B386E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Карпенко Артемий Романович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B21B3-4347-4FF7-940D-AAF0447B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Фронтенд: экраны и взаимодействие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07D09-ED6D-462E-983D-8E515E0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67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Левашев Егор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D6A2E-7C0D-4CF5-8A41-DF1FF33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959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Бэкенд: API, данные и тесты</a:t>
            </a:r>
          </a:p>
        </p:txBody>
      </p:sp>
    </p:spTree>
    <p:extLst>
      <p:ext uri="{BB962C8B-B14F-4D97-AF65-F5344CB8AC3E}">
        <p14:creationId xmlns:p14="http://schemas.microsoft.com/office/powerpoint/2010/main" val="814577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4E89E-EFCE-45CE-BD37-935041A6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Пользователи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6CC72-A6A8-463E-AF11-7AA10B97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EAB08-8D4B-4627-8515-DC1899C3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Гость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4F7BA-AFB9-418C-95CD-9B4225B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Просмотр меню, поиск и состав блюд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52F66-20E1-44D0-BC8D-4099356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D825D-2E04-43C6-8DCB-EDC715B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Корзина, оформление, свои заказы и отмена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FA11-83FA-4132-AB85-8A88B43A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Администратор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FA157-3DF1-4A90-8922-23CF102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Все возможности клиента, меню и управление заказами</a:t>
            </a:r>
          </a:p>
        </p:txBody>
      </p:sp>
    </p:spTree>
    <p:extLst>
      <p:ext uri="{BB962C8B-B14F-4D97-AF65-F5344CB8AC3E}">
        <p14:creationId xmlns:p14="http://schemas.microsoft.com/office/powerpoint/2010/main" val="1933836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8928C-764C-4DEC-8728-3E1D6D89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Меню и выбор блюд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FF31-928E-4741-B6CA-E9D31F7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21b344f61404d"/>
          <a:stretch xmlns:a="http://schemas.openxmlformats.org/drawingml/2006/main"/>
        </p:blipFill>
        <p:spPr>
          <a:xfrm xmlns:a="http://schemas.openxmlformats.org/drawingml/2006/main">
            <a:off x="5336165" y="1381125"/>
            <a:ext cx="6234545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DC868-270C-453A-9735-FFB0AF8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4286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Поиск и категории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Состав и аллергены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Цена и доступные порции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Адаптация к телефону</a:t>
            </a:r>
          </a:p>
        </p:txBody>
      </p:sp>
    </p:spTree>
    <p:extLst>
      <p:ext uri="{BB962C8B-B14F-4D97-AF65-F5344CB8AC3E}">
        <p14:creationId xmlns:p14="http://schemas.microsoft.com/office/powerpoint/2010/main" val="1738770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5FC5D-FAD2-418E-8F6D-A9D66931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Оформление заказа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91AF-938D-4E52-B897-C199F77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08ee668134b37"/>
          <a:stretch xmlns:a="http://schemas.openxmlformats.org/drawingml/2006/main"/>
        </p:blipFill>
        <p:spPr>
          <a:xfrm xmlns:a="http://schemas.openxmlformats.org/drawingml/2006/main">
            <a:off x="4958443" y="1381125"/>
            <a:ext cx="6466114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22363-2C81-448E-8A13-3707011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9052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Клиент выбирает количество и добавляет комментарий.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Сервер повторно проверяет цену и остаток.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При успехе клиент получает номер заказа.</a:t>
            </a:r>
          </a:p>
        </p:txBody>
      </p:sp>
    </p:spTree>
    <p:extLst>
      <p:ext uri="{BB962C8B-B14F-4D97-AF65-F5344CB8AC3E}">
        <p14:creationId xmlns:p14="http://schemas.microsoft.com/office/powerpoint/2010/main" val="433863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3849A-AD18-4561-A761-94766D5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Архитектура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84B05-90FE-4297-AA01-643422C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BF7FA-652C-455D-A80D-6DDEB63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Фронтенд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19615-7A2D-45FE-B569-2C31FAB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HTML, CSS, JavaScript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Отдельный сервер на порту 8080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Обмен JSON через REST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20D74-4AC2-4536-8791-4CABD8E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Бэкенд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96633-9FB0-445C-8C7F-2F3B32B6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Python, Flask, SQLite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API на порту 8000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6 таблиц и 17 маршрутов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007A4-9D71-47D7-A440-5403970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Снимок цены в заказе сохраняет историю покупки.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Транзакция объединяет заказ, позиции и списание порций.</a:t>
            </a:r>
          </a:p>
        </p:txBody>
      </p:sp>
    </p:spTree>
    <p:extLst>
      <p:ext uri="{BB962C8B-B14F-4D97-AF65-F5344CB8AC3E}">
        <p14:creationId xmlns:p14="http://schemas.microsoft.com/office/powerpoint/2010/main" val="199869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90BB5-D298-4248-A6EE-6F85FC9C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CC994-516C-4455-8B1D-8C8AA32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FA7C0-3DAF-4978-8BBF-C43CE320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0397E-CFF4-41F9-A26A-74B55E97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серверных теста</a:t>
            </a:r>
          </a:p>
          <a:p xmlns:a="http://schemas.openxmlformats.org/drawingml/2006/main">
            <a:pPr>
              <a:defRPr sz="2175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успешно завершены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FF134-2310-4DAF-877C-8EA1B2AD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A77AC-D8D3-4754-BC79-E5B48C0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браузерных проверок</a:t>
            </a:r>
          </a:p>
          <a:p xmlns:a="http://schemas.openxmlformats.org/drawingml/2006/main">
            <a:pPr>
              <a:defRPr sz="2175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успешно завершены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57E3D-AFB6-4609-A95F-3194812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Проверены права, остатки, отмена, состав заказа и статусы.</a:t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Проверки с реальными пользователями ещё предстоят.</a:t>
            </a:r>
          </a:p>
        </p:txBody>
      </p:sp>
    </p:spTree>
    <p:extLst>
      <p:ext uri="{BB962C8B-B14F-4D97-AF65-F5344CB8AC3E}">
        <p14:creationId xmlns:p14="http://schemas.microsoft.com/office/powerpoint/2010/main" val="1403498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40AF3-EA09-42E9-976D-B977E3F5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33C2E"/>
                </a:solidFill>
                <a:latin typeface="Arial"/>
                <a:ea typeface="Arial"/>
                <a:cs typeface="Arial"/>
              </a:rPr>
              <a:t>Результат и следующие шаги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743DF-22AC-4D3C-B3DB-91CC9E3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4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23DF-7EFC-42AB-A811-8F3D1092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E2282-C4BE-4092-9610-AAFCD28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Рабочее приложение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Общий и четыре личных отчёта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Диаграммы, тесты и инструкция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CEB13-9473-4398-99F8-1C52B0C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64D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64D31"/>
                </a:solidFill>
                <a:latin typeface="Arial"/>
                <a:ea typeface="Arial"/>
                <a:cs typeface="Arial"/>
              </a:rPr>
              <a:t>Перед сдачей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87AC1-BBAF-4F66-A1B1-24686004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Проверить реквизиты и запуск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Провести пользовательские сессии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2E"/>
                </a:solidFill>
                <a:latin typeface="Arial"/>
                <a:ea typeface="Arial"/>
                <a:cs typeface="Arial"/>
              </a:rPr>
              <a:t>Предоставить доступ и сдать в СДО</a:t>
            </a:r>
          </a:p>
        </p:txBody>
      </p:sp>
    </p:spTree>
    <p:extLst>
      <p:ext uri="{BB962C8B-B14F-4D97-AF65-F5344CB8AC3E}">
        <p14:creationId xmlns:p14="http://schemas.microsoft.com/office/powerpoint/2010/main" val="1708662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2026-09-23T10:33:25.2780000Z</dcterms:created>
  <dcterms:modified xsi:type="dcterms:W3CDTF">2026-09-23T10:33:25.2780000Z</dcterms:modified>
</coreProperties>
</file>